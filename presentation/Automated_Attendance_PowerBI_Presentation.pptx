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1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3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9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4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5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7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1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08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6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50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5627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25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28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93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26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95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16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  <p:sldLayoutId id="2147484167" r:id="rId13"/>
    <p:sldLayoutId id="2147484168" r:id="rId14"/>
    <p:sldLayoutId id="2147484169" r:id="rId15"/>
    <p:sldLayoutId id="2147484170" r:id="rId16"/>
    <p:sldLayoutId id="214748417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         </a:t>
            </a:r>
            <a:r>
              <a:rPr b="1" i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Automated Attendance Tracking System</a:t>
            </a:r>
          </a:p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Capstone Project 1</a:t>
            </a:r>
          </a:p>
          <a:p>
            <a:r>
              <a:rPr dirty="0"/>
              <a:t>Domain: Business Intelligence &amp; Automation Systems</a:t>
            </a:r>
          </a:p>
          <a:p>
            <a:endParaRPr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by: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</a:t>
            </a:r>
            <a:r>
              <a:rPr dirty="0"/>
              <a:t>Munagala Lahari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Attendance monitoring is crucial for discipline and productivity</a:t>
            </a:r>
          </a:p>
          <a:p>
            <a:r>
              <a:rPr dirty="0"/>
              <a:t>Manual systems are time-consuming and error-prone</a:t>
            </a:r>
          </a:p>
          <a:p>
            <a:r>
              <a:rPr dirty="0"/>
              <a:t>Power BI enables automated, real-time 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dirty="0"/>
              <a:t>Inaccurate manual data</a:t>
            </a:r>
          </a:p>
          <a:p>
            <a:r>
              <a:rPr dirty="0"/>
              <a:t>No centralized visual system</a:t>
            </a:r>
          </a:p>
          <a:p>
            <a:r>
              <a:rPr dirty="0"/>
              <a:t>Time-consuming reporting</a:t>
            </a:r>
          </a:p>
          <a:p>
            <a:r>
              <a:rPr dirty="0"/>
              <a:t>Limited management 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Automate attendance analysis</a:t>
            </a:r>
          </a:p>
          <a:p>
            <a:r>
              <a:rPr dirty="0"/>
              <a:t>Visualize daily/monthly/yearly trends</a:t>
            </a:r>
          </a:p>
          <a:p>
            <a:r>
              <a:rPr dirty="0"/>
              <a:t>Identify absenteeism &amp; late trends</a:t>
            </a:r>
          </a:p>
          <a:p>
            <a:r>
              <a:rPr dirty="0"/>
              <a:t>Support decision-making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Project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dirty="0"/>
              <a:t>Information Technology</a:t>
            </a:r>
          </a:p>
          <a:p>
            <a:r>
              <a:rPr dirty="0"/>
              <a:t>Business Intelligence &amp; Automation Systems</a:t>
            </a:r>
          </a:p>
          <a:p>
            <a:r>
              <a:rPr dirty="0"/>
              <a:t> Attendance Management &amp; Analytics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Power BI – Dashboards &amp; Visualization</a:t>
            </a:r>
          </a:p>
          <a:p>
            <a:r>
              <a:rPr dirty="0"/>
              <a:t>Excel / CSV – Data source</a:t>
            </a:r>
          </a:p>
          <a:p>
            <a:r>
              <a:rPr dirty="0"/>
              <a:t>Power Query – Data cleaning</a:t>
            </a:r>
          </a:p>
          <a:p>
            <a:r>
              <a:rPr dirty="0"/>
              <a:t>DAX – Measures &amp; Calculations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Data collection from Excel/CSV</a:t>
            </a:r>
          </a:p>
          <a:p>
            <a:r>
              <a:rPr dirty="0"/>
              <a:t>Data cleaning using Power Query</a:t>
            </a:r>
          </a:p>
          <a:p>
            <a:r>
              <a:rPr dirty="0"/>
              <a:t>Data modeling &amp; relationships</a:t>
            </a:r>
          </a:p>
          <a:p>
            <a:r>
              <a:rPr dirty="0"/>
              <a:t>DAX calculations</a:t>
            </a:r>
          </a:p>
          <a:p>
            <a:r>
              <a:rPr dirty="0"/>
              <a:t>Dashboard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Employee ID</a:t>
            </a:r>
          </a:p>
          <a:p>
            <a:r>
              <a:rPr dirty="0"/>
              <a:t>Name</a:t>
            </a:r>
          </a:p>
          <a:p>
            <a:r>
              <a:rPr dirty="0"/>
              <a:t>Date</a:t>
            </a:r>
          </a:p>
          <a:p>
            <a:r>
              <a:rPr dirty="0"/>
              <a:t>Attendance status</a:t>
            </a:r>
          </a:p>
          <a:p>
            <a:r>
              <a:rPr dirty="0"/>
              <a:t>Performance &amp; Salary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Header section with employee details</a:t>
            </a:r>
          </a:p>
          <a:p>
            <a:r>
              <a:rPr dirty="0"/>
              <a:t>Performance gauge</a:t>
            </a:r>
          </a:p>
          <a:p>
            <a:r>
              <a:rPr dirty="0"/>
              <a:t>KPI cards</a:t>
            </a:r>
          </a:p>
          <a:p>
            <a:r>
              <a:rPr dirty="0"/>
              <a:t>Monthly attendance chart</a:t>
            </a:r>
          </a:p>
          <a:p>
            <a:r>
              <a:rPr dirty="0"/>
              <a:t>Salary analysis &amp; slicers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3C4F-0BB3-99DD-6973-A7CEC1B2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20F5E-8330-3618-B220-FBE97A174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2" y="1526402"/>
            <a:ext cx="8728935" cy="49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30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dirty="0"/>
              <a:t>Attendance varies during specific periods</a:t>
            </a:r>
          </a:p>
          <a:p>
            <a:r>
              <a:rPr dirty="0"/>
              <a:t>Late arrivals on certain days</a:t>
            </a:r>
          </a:p>
          <a:p>
            <a:r>
              <a:rPr dirty="0"/>
              <a:t>Real-time performance monitoring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Fully automated system</a:t>
            </a:r>
          </a:p>
          <a:p>
            <a:r>
              <a:rPr dirty="0"/>
              <a:t>Real-time dashboards</a:t>
            </a:r>
          </a:p>
          <a:p>
            <a:r>
              <a:rPr dirty="0"/>
              <a:t>Reduced manual effort</a:t>
            </a:r>
          </a:p>
          <a:p>
            <a:r>
              <a:rPr dirty="0"/>
              <a:t>Scalable solution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Inconsistent raw data</a:t>
            </a:r>
          </a:p>
          <a:p>
            <a:r>
              <a:rPr dirty="0"/>
              <a:t>Accurate DAX measures</a:t>
            </a:r>
          </a:p>
          <a:p>
            <a:r>
              <a:rPr dirty="0"/>
              <a:t>Dashboard design</a:t>
            </a:r>
          </a:p>
          <a:p>
            <a:r>
              <a:rPr dirty="0"/>
              <a:t>Data refresh accuracy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Real-Life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Colleges – student attendance</a:t>
            </a:r>
          </a:p>
          <a:p>
            <a:r>
              <a:rPr dirty="0"/>
              <a:t>Companies – employee attendance</a:t>
            </a:r>
          </a:p>
          <a:p>
            <a:r>
              <a:rPr dirty="0"/>
              <a:t>HR &amp; academic analytics</a:t>
            </a:r>
          </a:p>
          <a:p>
            <a:r>
              <a:rPr dirty="0"/>
              <a:t>Compliance reporting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Transformed raw data into insights</a:t>
            </a:r>
          </a:p>
          <a:p>
            <a:r>
              <a:rPr dirty="0"/>
              <a:t>Improved monitoring &amp; decision-making</a:t>
            </a:r>
          </a:p>
          <a:p>
            <a:r>
              <a:rPr dirty="0"/>
              <a:t>Effective real-world BI application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Biometric/face recognition integration</a:t>
            </a:r>
          </a:p>
          <a:p>
            <a:r>
              <a:rPr dirty="0"/>
              <a:t>Real-time databases</a:t>
            </a:r>
          </a:p>
          <a:p>
            <a:r>
              <a:rPr dirty="0"/>
              <a:t>Mobile dashboards</a:t>
            </a:r>
          </a:p>
          <a:p>
            <a:r>
              <a:rPr dirty="0"/>
              <a:t>Predictive analytics</a:t>
            </a:r>
          </a:p>
          <a:p>
            <a:r>
              <a:rPr dirty="0"/>
              <a:t>Cloud deployment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</a:t>
            </a:r>
          </a:p>
          <a:p>
            <a:pPr marL="0" indent="0">
              <a:buNone/>
            </a:pPr>
            <a:r>
              <a:rPr lang="en-IN" dirty="0"/>
              <a:t>                         </a:t>
            </a:r>
            <a:r>
              <a:rPr b="1" i="1" dirty="0">
                <a:solidFill>
                  <a:schemeClr val="accent5">
                    <a:lumMod val="75000"/>
                  </a:schemeClr>
                </a:solidFill>
                <a:latin typeface="Agency FB" panose="020B0503020202020204" pitchFamily="34" charset="0"/>
              </a:rPr>
              <a:t>Questions &amp; Discussion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21</TotalTime>
  <Words>255</Words>
  <Application>Microsoft Office PowerPoint</Application>
  <PresentationFormat>On-screen Show (4:3)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Agency FB</vt:lpstr>
      <vt:lpstr>Arial</vt:lpstr>
      <vt:lpstr>Bookman Old Style</vt:lpstr>
      <vt:lpstr>Rockwell</vt:lpstr>
      <vt:lpstr>Damask</vt:lpstr>
      <vt:lpstr>          Automated Attendance Tracking System </vt:lpstr>
      <vt:lpstr>Introduction</vt:lpstr>
      <vt:lpstr>Problem Statement</vt:lpstr>
      <vt:lpstr>Objectives</vt:lpstr>
      <vt:lpstr>Project Domain</vt:lpstr>
      <vt:lpstr>Tools &amp; Technologies</vt:lpstr>
      <vt:lpstr>Methodology</vt:lpstr>
      <vt:lpstr>Data Description</vt:lpstr>
      <vt:lpstr>Dashboard Design</vt:lpstr>
      <vt:lpstr>Dashboard </vt:lpstr>
      <vt:lpstr>Key Insights</vt:lpstr>
      <vt:lpstr>Advantages</vt:lpstr>
      <vt:lpstr>Challenges Faced</vt:lpstr>
      <vt:lpstr>Real-Life Applications</vt:lpstr>
      <vt:lpstr>Conclusion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sharadha lahari</cp:lastModifiedBy>
  <cp:revision>2</cp:revision>
  <dcterms:created xsi:type="dcterms:W3CDTF">2013-01-27T09:14:16Z</dcterms:created>
  <dcterms:modified xsi:type="dcterms:W3CDTF">2026-02-14T06:56:34Z</dcterms:modified>
  <cp:category/>
</cp:coreProperties>
</file>